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064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010" y="1496484"/>
            <a:ext cx="5829981" cy="31834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010" y="4802717"/>
            <a:ext cx="5829981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4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9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450" y="876304"/>
            <a:ext cx="5475101" cy="3803649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450" y="4802720"/>
            <a:ext cx="5475101" cy="2000249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4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84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010" y="2784427"/>
            <a:ext cx="2872127" cy="4937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2539" y="2784427"/>
            <a:ext cx="2865462" cy="4937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570" y="2784427"/>
            <a:ext cx="2700245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09" y="3882976"/>
            <a:ext cx="2872805" cy="38386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423" y="2784427"/>
            <a:ext cx="2693578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2" y="3882976"/>
            <a:ext cx="2866139" cy="38386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6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3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7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41" y="812800"/>
            <a:ext cx="2211884" cy="314960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6412" y="812800"/>
            <a:ext cx="3481589" cy="69088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5941" y="3962402"/>
            <a:ext cx="2211884" cy="375919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1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41" y="812800"/>
            <a:ext cx="3125702" cy="31496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37449" y="1011842"/>
            <a:ext cx="2225204" cy="6510717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3962400"/>
            <a:ext cx="3128432" cy="37592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1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7" y="5719165"/>
            <a:ext cx="5831755" cy="1092473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017" y="828430"/>
            <a:ext cx="5831755" cy="450631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0" y="6811637"/>
            <a:ext cx="5830874" cy="909963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3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456647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11" y="5606427"/>
            <a:ext cx="5823991" cy="212291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60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494" y="812800"/>
            <a:ext cx="5232798" cy="399053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67863" y="4813376"/>
            <a:ext cx="4923168" cy="569083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5606428"/>
            <a:ext cx="5823992" cy="2115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78934" y="855666"/>
            <a:ext cx="3429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0041" y="4097835"/>
            <a:ext cx="3429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053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017" y="2835925"/>
            <a:ext cx="5824871" cy="33491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009" y="6200741"/>
            <a:ext cx="5823992" cy="1520859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7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010" y="2784427"/>
            <a:ext cx="1855663" cy="10977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010" y="3882165"/>
            <a:ext cx="1855663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00244" y="2784427"/>
            <a:ext cx="1855439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500244" y="3882165"/>
            <a:ext cx="1856150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4981" y="2784427"/>
            <a:ext cx="1851306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86695" y="3882165"/>
            <a:ext cx="1851306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009" y="812802"/>
            <a:ext cx="5823992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4010" y="5318863"/>
            <a:ext cx="1855662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14261" y="2789647"/>
            <a:ext cx="1653779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4010" y="6087212"/>
            <a:ext cx="1855662" cy="16343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020" y="5318863"/>
            <a:ext cx="1855678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570060" y="2789647"/>
            <a:ext cx="1648421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98258" y="6087211"/>
            <a:ext cx="1856439" cy="16343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85051" y="5318863"/>
            <a:ext cx="1850569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585953" y="2789647"/>
            <a:ext cx="1649314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84980" y="6087213"/>
            <a:ext cx="1853021" cy="163438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83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39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812801"/>
            <a:ext cx="1430245" cy="69088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010" y="812801"/>
            <a:ext cx="4308022" cy="69088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4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011" y="812802"/>
            <a:ext cx="5823991" cy="176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009" y="2794752"/>
            <a:ext cx="5823992" cy="492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9289" y="7844369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A876C-A6C6-4417-891C-FF03C8058CF7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010" y="7844369"/>
            <a:ext cx="375348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14132" y="7844369"/>
            <a:ext cx="42386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54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on 6"/>
          <p:cNvSpPr/>
          <p:nvPr/>
        </p:nvSpPr>
        <p:spPr>
          <a:xfrm rot="5636007">
            <a:off x="880483" y="5004762"/>
            <a:ext cx="3372787" cy="7833261"/>
          </a:xfrm>
          <a:prstGeom prst="moon">
            <a:avLst>
              <a:gd name="adj" fmla="val 6218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on 8"/>
          <p:cNvSpPr/>
          <p:nvPr/>
        </p:nvSpPr>
        <p:spPr>
          <a:xfrm>
            <a:off x="5194092" y="4481680"/>
            <a:ext cx="3327816" cy="5906125"/>
          </a:xfrm>
          <a:prstGeom prst="mo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430504" y="28368"/>
            <a:ext cx="410400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 &amp; ICT</a:t>
            </a:r>
            <a:endParaRPr lang="en-US" sz="4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Isosceles Triangle 14"/>
          <p:cNvSpPr/>
          <p:nvPr/>
        </p:nvSpPr>
        <p:spPr>
          <a:xfrm rot="5400000">
            <a:off x="-439080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4676755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8077" y="7492673"/>
            <a:ext cx="3382547" cy="1089660"/>
          </a:xfrm>
          <a:prstGeom prst="round2Diag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S. </a:t>
            </a:r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Kalaiselvan</a:t>
            </a:r>
            <a:endParaRPr lang="en-US" b="1" dirty="0" smtClean="0">
              <a:solidFill>
                <a:srgbClr val="FFFF00"/>
              </a:solidFill>
              <a:latin typeface="Bahnschrift Condensed" panose="020B0502040204020203" pitchFamily="34" charset="0"/>
            </a:endParaRPr>
          </a:p>
          <a:p>
            <a:r>
              <a:rPr lang="en-US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Light SemiConde" panose="020B0502040204020203" pitchFamily="34" charset="0"/>
              </a:rPr>
              <a:t>(5 years teaching experience)</a:t>
            </a:r>
          </a:p>
          <a:p>
            <a:endParaRPr lang="en-US" sz="2000" b="1" dirty="0" smtClean="0">
              <a:solidFill>
                <a:schemeClr val="accent4">
                  <a:lumMod val="20000"/>
                  <a:lumOff val="80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1255" y="8143006"/>
            <a:ext cx="158729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  <a:latin typeface="Agency FB" panose="020B0503020202020204" pitchFamily="34" charset="0"/>
              </a:rPr>
              <a:t>*Conditions Apply</a:t>
            </a:r>
            <a:endParaRPr lang="en-US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97860" y="914437"/>
            <a:ext cx="138832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latin typeface="Franklin Gothic Medium Cond" panose="020B0606030402020204" pitchFamily="34" charset="0"/>
              </a:rPr>
              <a:t>Grade </a:t>
            </a:r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latin typeface="Franklin Gothic Medium Cond" panose="020B0606030402020204" pitchFamily="34" charset="0"/>
              </a:rPr>
              <a:t>6</a:t>
            </a:r>
            <a:endParaRPr lang="en-US" sz="3200" b="1" cap="none" spc="0" dirty="0">
              <a:ln w="22225">
                <a:solidFill>
                  <a:schemeClr val="accent2"/>
                </a:solidFill>
                <a:prstDash val="solid"/>
              </a:ln>
              <a:effectLst/>
              <a:latin typeface="Franklin Gothic Medium Cond" panose="020B06060304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 rot="20405306">
            <a:off x="979011" y="1770411"/>
            <a:ext cx="471017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pc="50" dirty="0" smtClean="0">
                <a:ln w="0"/>
                <a:solidFill>
                  <a:srgbClr val="FFFF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rush Script MT" panose="03060802040406070304" pitchFamily="66" charset="0"/>
              </a:rPr>
              <a:t>English &amp; Tamil mediums</a:t>
            </a:r>
            <a:endParaRPr lang="en-US" sz="4800" b="1" cap="none" spc="50" dirty="0">
              <a:ln w="0"/>
              <a:solidFill>
                <a:srgbClr val="FFFF99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rush Script MT" panose="03060802040406070304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9226" y="3297807"/>
            <a:ext cx="58190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All theory.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Past papers &amp; model papers discussion.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Tips to score marks in </a:t>
            </a:r>
            <a:r>
              <a:rPr lang="en-US" sz="1600" b="1" dirty="0" err="1" smtClean="0">
                <a:latin typeface="Bahnschrift" panose="020B0502040204020203" pitchFamily="34" charset="0"/>
              </a:rPr>
              <a:t>Maths</a:t>
            </a:r>
            <a:r>
              <a:rPr lang="en-US" sz="1600" b="1" dirty="0" smtClean="0">
                <a:latin typeface="Bahnschrift" panose="020B0502040204020203" pitchFamily="34" charset="0"/>
              </a:rPr>
              <a:t> &amp; Science.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Explanation in English and Tamil for better understanding.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Individual helps.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Different activities to improve the contents.</a:t>
            </a:r>
          </a:p>
          <a:p>
            <a:pPr>
              <a:lnSpc>
                <a:spcPct val="150000"/>
              </a:lnSpc>
            </a:pPr>
            <a:endParaRPr lang="en-US" sz="16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01" y="5790797"/>
            <a:ext cx="3949558" cy="369332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100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Hemmathagama</a:t>
            </a:r>
            <a:r>
              <a:rPr lang="en-US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, </a:t>
            </a:r>
            <a:r>
              <a:rPr lang="en-US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Palliporuwa</a:t>
            </a:r>
            <a:r>
              <a:rPr lang="en-US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…. 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6" y="6548697"/>
            <a:ext cx="473871" cy="4738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7019" y="6570189"/>
            <a:ext cx="1829593" cy="400110"/>
          </a:xfrm>
          <a:prstGeom prst="rect">
            <a:avLst/>
          </a:prstGeom>
          <a:solidFill>
            <a:srgbClr val="FF0000"/>
          </a:solidFill>
          <a:effectLst>
            <a:glow rad="228600">
              <a:schemeClr val="accent3">
                <a:satMod val="175000"/>
                <a:alpha val="40000"/>
              </a:schemeClr>
            </a:glow>
            <a:softEdge rad="12700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071 0344549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077" y="1090504"/>
            <a:ext cx="1273011" cy="340519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On going…</a:t>
            </a:r>
          </a:p>
        </p:txBody>
      </p:sp>
    </p:spTree>
    <p:extLst>
      <p:ext uri="{BB962C8B-B14F-4D97-AF65-F5344CB8AC3E}">
        <p14:creationId xmlns:p14="http://schemas.microsoft.com/office/powerpoint/2010/main" val="418367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289</TotalTime>
  <Words>68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Agency FB</vt:lpstr>
      <vt:lpstr>Arial</vt:lpstr>
      <vt:lpstr>Bahnschrift</vt:lpstr>
      <vt:lpstr>Bahnschrift Condensed</vt:lpstr>
      <vt:lpstr>Bahnschrift SemiLight SemiConde</vt:lpstr>
      <vt:lpstr>Bookman Old Style</vt:lpstr>
      <vt:lpstr>Brush Script MT</vt:lpstr>
      <vt:lpstr>Franklin Gothic Medium Cond</vt:lpstr>
      <vt:lpstr>Rockwell</vt:lpstr>
      <vt:lpstr>Wingdings</vt:lpstr>
      <vt:lpstr>Damask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</dc:creator>
  <cp:lastModifiedBy>Kalaiselvan</cp:lastModifiedBy>
  <cp:revision>46</cp:revision>
  <dcterms:created xsi:type="dcterms:W3CDTF">2023-02-13T16:51:16Z</dcterms:created>
  <dcterms:modified xsi:type="dcterms:W3CDTF">2024-05-04T05:42:27Z</dcterms:modified>
</cp:coreProperties>
</file>