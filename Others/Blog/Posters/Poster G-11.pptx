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2" d="100"/>
          <a:sy n="82" d="100"/>
        </p:scale>
        <p:origin x="163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05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4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2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9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6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0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5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8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6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E2D27-E7C5-4E08-B0EA-E649F2ED9EB1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BE940-4641-49E9-BE8A-6A52AABE2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0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1" y="0"/>
            <a:ext cx="3460392" cy="9144000"/>
          </a:xfrm>
          <a:prstGeom prst="rtTriangl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187835" y="67239"/>
            <a:ext cx="4307245" cy="553998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n-US" sz="2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English </a:t>
            </a:r>
            <a:r>
              <a:rPr lang="en-US" sz="2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&amp; ICT Classes</a:t>
            </a:r>
            <a:r>
              <a:rPr lang="en-US" sz="2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-847548" y="-1661932"/>
            <a:ext cx="3211610" cy="3078357"/>
          </a:xfrm>
          <a:prstGeom prst="ellipse">
            <a:avLst/>
          </a:prstGeom>
          <a:ln/>
        </p:spPr>
        <p:style>
          <a:lnRef idx="1">
            <a:schemeClr val="accent2"/>
          </a:lnRef>
          <a:fillRef idx="1002">
            <a:schemeClr val="l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5257" y="262209"/>
            <a:ext cx="17443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smtClean="0">
                <a:ln/>
                <a:solidFill>
                  <a:srgbClr val="C00000"/>
                </a:solidFill>
                <a:latin typeface="Algerian" panose="04020705040A02060702" pitchFamily="82" charset="0"/>
              </a:rPr>
              <a:t>Gr 6 to 11</a:t>
            </a:r>
            <a:endParaRPr lang="en-US" sz="2400" b="1" dirty="0" smtClean="0">
              <a:ln/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17" name="Rectangle 16"/>
          <p:cNvSpPr/>
          <p:nvPr/>
        </p:nvSpPr>
        <p:spPr>
          <a:xfrm rot="20389878">
            <a:off x="-778822" y="2869540"/>
            <a:ext cx="9239250" cy="20955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56" y="2646189"/>
            <a:ext cx="1659030" cy="1174370"/>
          </a:xfrm>
          <a:prstGeom prst="ellipse">
            <a:avLst/>
          </a:prstGeom>
          <a:ln w="9525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672" y="2302097"/>
            <a:ext cx="1679502" cy="1118548"/>
          </a:xfrm>
          <a:prstGeom prst="ellipse">
            <a:avLst/>
          </a:prstGeom>
          <a:ln w="9525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478" y="1893280"/>
            <a:ext cx="1705541" cy="1134960"/>
          </a:xfrm>
          <a:prstGeom prst="ellipse">
            <a:avLst/>
          </a:prstGeom>
          <a:ln w="9525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TextBox 21"/>
          <p:cNvSpPr txBox="1"/>
          <p:nvPr/>
        </p:nvSpPr>
        <p:spPr>
          <a:xfrm>
            <a:off x="376283" y="3834833"/>
            <a:ext cx="6233216" cy="2860358"/>
          </a:xfrm>
          <a:prstGeom prst="round2Diag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smtClean="0"/>
              <a:t>Theory revision to do the paper.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smtClean="0"/>
              <a:t>Past papers &amp; model papers discussion.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smtClean="0"/>
              <a:t>Tips to score marks in writing.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002060"/>
                </a:solidFill>
              </a:rPr>
              <a:t>Explanation in English and Tamil for better understanding.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smtClean="0"/>
              <a:t>Past model paper &amp; discussions with tips and simple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      techniques to score marks.</a:t>
            </a:r>
            <a:endParaRPr lang="en-US" b="1" dirty="0"/>
          </a:p>
        </p:txBody>
      </p:sp>
      <p:sp>
        <p:nvSpPr>
          <p:cNvPr id="23" name="Wave 22"/>
          <p:cNvSpPr/>
          <p:nvPr/>
        </p:nvSpPr>
        <p:spPr>
          <a:xfrm>
            <a:off x="-530136" y="6989119"/>
            <a:ext cx="7981058" cy="3483343"/>
          </a:xfrm>
          <a:prstGeom prst="wave">
            <a:avLst/>
          </a:prstGeom>
        </p:spPr>
        <p:style>
          <a:lnRef idx="3">
            <a:schemeClr val="lt1"/>
          </a:lnRef>
          <a:fillRef idx="1003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72938" y="7758585"/>
            <a:ext cx="2933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S. Kalaiselvan.</a:t>
            </a:r>
          </a:p>
          <a:p>
            <a:r>
              <a:rPr lang="en-US" sz="2400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Skillful trainer in teaching.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382" y="6843724"/>
            <a:ext cx="2292655" cy="46166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For Registration </a:t>
            </a:r>
            <a:endParaRPr lang="en-US" sz="2400" b="1" dirty="0">
              <a:solidFill>
                <a:srgbClr val="00B05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367" y="6742289"/>
            <a:ext cx="727312" cy="72731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 flipH="1">
            <a:off x="-1129743" y="-159450"/>
            <a:ext cx="1195881" cy="1047268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16200000" flipH="1">
            <a:off x="1702280" y="-5672646"/>
            <a:ext cx="1058628" cy="1043865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 flipH="1">
            <a:off x="6782177" y="-159450"/>
            <a:ext cx="1058628" cy="1096735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 rot="16200000" flipH="1">
            <a:off x="3128841" y="4353332"/>
            <a:ext cx="1058628" cy="1043865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073465" y="8371779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*Conditions Apply</a:t>
            </a:r>
            <a:endParaRPr lang="en-US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44617" y="553471"/>
            <a:ext cx="411522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	</a:t>
            </a:r>
            <a:r>
              <a:rPr lang="en-US" sz="2800" dirty="0" err="1" smtClean="0">
                <a:solidFill>
                  <a:schemeClr val="bg1"/>
                </a:solidFill>
                <a:latin typeface="Algerian" panose="04020705040A02060702" pitchFamily="82" charset="0"/>
              </a:rPr>
              <a:t>hemmathagama</a:t>
            </a:r>
            <a:endParaRPr lang="en-US" sz="2800" dirty="0" smtClean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   </a:t>
            </a:r>
            <a:r>
              <a:rPr lang="en-US" dirty="0" err="1" smtClean="0">
                <a:solidFill>
                  <a:schemeClr val="bg1"/>
                </a:solidFill>
                <a:latin typeface="Copperplate Gothic Bold" panose="020E0705020206020404" pitchFamily="34" charset="0"/>
              </a:rPr>
              <a:t>palliporuwa</a:t>
            </a:r>
            <a:endParaRPr lang="en-US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556" y="1497354"/>
            <a:ext cx="653701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For both Tamil &amp; English medium stude</a:t>
            </a:r>
            <a:r>
              <a:rPr lang="en-US" b="1" dirty="0" smtClean="0">
                <a:solidFill>
                  <a:srgbClr val="002060"/>
                </a:solidFill>
              </a:rPr>
              <a:t>nts. </a:t>
            </a:r>
            <a:r>
              <a:rPr lang="en-US" b="1" dirty="0" smtClean="0">
                <a:solidFill>
                  <a:srgbClr val="FF0000"/>
                </a:solidFill>
              </a:rPr>
              <a:t>ON GOING……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45860" y="6860843"/>
            <a:ext cx="2098147" cy="461665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  <a:softEdge rad="127000"/>
          </a:effectLst>
          <a:scene3d>
            <a:camera prst="perspectiveFron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071 0344549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38852" y="3219028"/>
            <a:ext cx="2161948" cy="408623"/>
          </a:xfrm>
          <a:prstGeom prst="round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Don’t </a:t>
            </a:r>
            <a:r>
              <a:rPr lang="en-US" smtClean="0"/>
              <a:t>miss it……..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08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</TotalTime>
  <Words>84</Words>
  <Application>Microsoft Office PowerPoint</Application>
  <PresentationFormat>On-screen Show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Agency FB</vt:lpstr>
      <vt:lpstr>Algerian</vt:lpstr>
      <vt:lpstr>Arial</vt:lpstr>
      <vt:lpstr>Bahnschrift Condensed</vt:lpstr>
      <vt:lpstr>Calibri</vt:lpstr>
      <vt:lpstr>Calibri Light</vt:lpstr>
      <vt:lpstr>Copperplate Gothic Bold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Kalaiselvan</dc:creator>
  <cp:lastModifiedBy>Kalaiselvan</cp:lastModifiedBy>
  <cp:revision>32</cp:revision>
  <dcterms:created xsi:type="dcterms:W3CDTF">2023-02-08T14:48:30Z</dcterms:created>
  <dcterms:modified xsi:type="dcterms:W3CDTF">2023-08-24T08:12:24Z</dcterms:modified>
</cp:coreProperties>
</file>