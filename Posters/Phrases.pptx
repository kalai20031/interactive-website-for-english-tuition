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3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otype Corsiva" panose="03010101010201010101" pitchFamily="66" charset="0"/>
      <p:italic r:id="rId10"/>
    </p:embeddedFont>
    <p:embeddedFont>
      <p:font typeface="Nunito Semi Bold" panose="020B0604020202020204" charset="0"/>
      <p:regular r:id="rId11"/>
    </p:embeddedFont>
    <p:embeddedFont>
      <p:font typeface="PT Sans" panose="020B0503020203020204" pitchFamily="34" charset="0"/>
      <p:regular r:id="rId12"/>
      <p:bold r:id="rId13"/>
    </p:embeddedFont>
    <p:embeddedFont>
      <p:font typeface="PT Sans Bold" panose="020B0703020203020204" charset="0"/>
      <p:bold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1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390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087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87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715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590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236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063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81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111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76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799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17234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29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985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469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246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0644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814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606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78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714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5344" y="761340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Master English Tenses with Confidence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94052" y="4114800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Unlock the secrets of English tenses with this comprehensive course, designed to help you master grammar and speak with fluency and precision.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6269117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340287" y="6251258"/>
            <a:ext cx="2131576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S. Vijay Kumar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071-0344549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(HNDIT, Bsc in IT)</a:t>
            </a:r>
          </a:p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075BA50-5EBE-DE00-C3F6-1260EC012CED}"/>
              </a:ext>
            </a:extLst>
          </p:cNvPr>
          <p:cNvSpPr/>
          <p:nvPr/>
        </p:nvSpPr>
        <p:spPr>
          <a:xfrm>
            <a:off x="6658495" y="474280"/>
            <a:ext cx="4538749" cy="2796507"/>
          </a:xfrm>
          <a:prstGeom prst="hex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i="1" dirty="0">
                <a:solidFill>
                  <a:srgbClr val="FF0000"/>
                </a:solidFill>
                <a:latin typeface="Monotype Corsiva" panose="03010101010201010101" pitchFamily="66" charset="0"/>
                <a:ea typeface="Nunito Semi Bold" pitchFamily="34" charset="-122"/>
                <a:cs typeface="Nunito Semi Bold" pitchFamily="34" charset="-120"/>
              </a:rPr>
              <a:t>Tenses</a:t>
            </a:r>
            <a:endParaRPr lang="en-US" sz="9600" b="1" i="1" dirty="0">
              <a:solidFill>
                <a:srgbClr val="FF0000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1026" name="Picture 2" descr="New PNG Transparent Taxt and Label Design - Vector Design - Cdr, Ai, EPS,  PNG, SVG">
            <a:extLst>
              <a:ext uri="{FF2B5EF4-FFF2-40B4-BE49-F238E27FC236}">
                <a16:creationId xmlns:a16="http://schemas.microsoft.com/office/drawing/2014/main" id="{A7E30304-6342-47B8-79DF-AE5951251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957" y="4422417"/>
            <a:ext cx="3882043" cy="380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3" y="146304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Learn English </a:t>
            </a:r>
            <a:r>
              <a:rPr lang="en-US" sz="4400" b="1" i="1" dirty="0">
                <a:solidFill>
                  <a:srgbClr val="FFFF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Phrases</a:t>
            </a: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- 50% Off!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3" y="3230046"/>
            <a:ext cx="3614618" cy="2168962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8" y="34922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Flexible Learning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8" y="3987760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Study at your own pace, anytime, anywhere.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7" y="3230046"/>
            <a:ext cx="3614618" cy="2168962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0232" y="34922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Expert Guidance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40232" y="3987760"/>
            <a:ext cx="30902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 from Vijay Kumar, an experienced English language instructor.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3" y="5725358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6298" y="5900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50% Discount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6298" y="6396037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Limited-time offer! Enroll now and save on this valuable course.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C38A4-4E04-5B72-DF4B-E17113ADF8C9}"/>
              </a:ext>
            </a:extLst>
          </p:cNvPr>
          <p:cNvSpPr/>
          <p:nvPr/>
        </p:nvSpPr>
        <p:spPr>
          <a:xfrm>
            <a:off x="698269" y="831273"/>
            <a:ext cx="3923607" cy="631767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FF0000"/>
                </a:solidFill>
              </a:rPr>
              <a:t>  Hurry</a:t>
            </a:r>
            <a:r>
              <a:rPr lang="en-US" sz="4000" b="1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B48DD-7103-6494-8A9F-9481FFEACE50}"/>
              </a:ext>
            </a:extLst>
          </p:cNvPr>
          <p:cNvSpPr/>
          <p:nvPr/>
        </p:nvSpPr>
        <p:spPr>
          <a:xfrm>
            <a:off x="1373982" y="7398327"/>
            <a:ext cx="3031763" cy="53558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9C8079-92A0-289D-8C41-5B9CF2840702}"/>
              </a:ext>
            </a:extLst>
          </p:cNvPr>
          <p:cNvSpPr/>
          <p:nvPr/>
        </p:nvSpPr>
        <p:spPr>
          <a:xfrm>
            <a:off x="12557911" y="7450801"/>
            <a:ext cx="1945178" cy="631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C99168-89DE-4AF0-1EFC-363BE679C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939" y="7240136"/>
            <a:ext cx="3048150" cy="876865"/>
          </a:xfrm>
          <a:prstGeom prst="rect">
            <a:avLst/>
          </a:prstGeom>
        </p:spPr>
      </p:pic>
      <p:pic>
        <p:nvPicPr>
          <p:cNvPr id="20" name="Picture 2" descr="New PNG Transparent Taxt and Label Design - Vector Design - Cdr, Ai, EPS,  PNG, SVG">
            <a:extLst>
              <a:ext uri="{FF2B5EF4-FFF2-40B4-BE49-F238E27FC236}">
                <a16:creationId xmlns:a16="http://schemas.microsoft.com/office/drawing/2014/main" id="{6A5B54FD-DBE1-10EA-7899-F3085B9D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377" y="2736533"/>
            <a:ext cx="2258834" cy="221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413119-DF15-B700-E01E-93850258B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6060" y="7207315"/>
            <a:ext cx="3372928" cy="909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8079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Boost Your English Skills with “Idioms"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61700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602" y="3717250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Grammar Mastery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112538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Gain a deep understanding of English idioms.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61700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9536" y="3717250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Clear Explanations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411253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 through engaging lessons and real-world examples.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770126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602" y="5870377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770126"/>
            <a:ext cx="38001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Confidence in Communication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26566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 your accuracy and fluency in spoken and written English.</a:t>
            </a:r>
            <a:endParaRPr lang="en-US" sz="1850" dirty="0"/>
          </a:p>
        </p:txBody>
      </p:sp>
      <p:pic>
        <p:nvPicPr>
          <p:cNvPr id="16" name="Picture 2" descr="New PNG Transparent Taxt and Label Design - Vector Design - Cdr, Ai, EPS,  PNG, SVG">
            <a:extLst>
              <a:ext uri="{FF2B5EF4-FFF2-40B4-BE49-F238E27FC236}">
                <a16:creationId xmlns:a16="http://schemas.microsoft.com/office/drawing/2014/main" id="{B4ADA6EF-92C7-9A8A-B878-243ECDF2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397" y="-261978"/>
            <a:ext cx="3882043" cy="380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141</Words>
  <Application>Microsoft Office PowerPoint</Application>
  <PresentationFormat>Custom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Nunito Semi Bold</vt:lpstr>
      <vt:lpstr>PT Sans</vt:lpstr>
      <vt:lpstr>Wingdings 3</vt:lpstr>
      <vt:lpstr>PT Sans Bold</vt:lpstr>
      <vt:lpstr>Monotype Corsiva</vt:lpstr>
      <vt:lpstr>Century Gothic</vt:lpstr>
      <vt:lpstr>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Kalaiselvan Selvanayagam</cp:lastModifiedBy>
  <cp:revision>9</cp:revision>
  <dcterms:created xsi:type="dcterms:W3CDTF">2024-11-11T18:05:18Z</dcterms:created>
  <dcterms:modified xsi:type="dcterms:W3CDTF">2024-11-11T18:47:31Z</dcterms:modified>
</cp:coreProperties>
</file>