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Nunito Semi Bold" panose="020B0604020202020204" charset="0"/>
      <p:regular r:id="rId6"/>
    </p:embeddedFont>
    <p:embeddedFont>
      <p:font typeface="PT Sans" panose="020B0503020203020204" pitchFamily="34" charset="0"/>
      <p:regular r:id="rId7"/>
    </p:embeddedFont>
    <p:embeddedFont>
      <p:font typeface="PT Sans Bold" panose="020B0703020203020204" charset="0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4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59362"/>
            <a:ext cx="746855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Master English Tenses with Confidence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4832985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Unlock the secrets of English tenses with this comprehensive course, designed to help you master grammar and speak with fluency and precision.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6269117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44" y="6276737"/>
            <a:ext cx="367665" cy="3676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0287" y="6251258"/>
            <a:ext cx="2131576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by Chandra Priya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2564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Learn English Tenses - 50% Off!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092648"/>
            <a:ext cx="3614618" cy="2168962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6299" y="33548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Flexible Learning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6299" y="3850362"/>
            <a:ext cx="309026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Study at your own pace, anytime, anywhere.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3092648"/>
            <a:ext cx="3614618" cy="2168962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0233" y="33548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Expert Guidance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40233" y="3850362"/>
            <a:ext cx="30902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Learn from Vijay Kumar, an experienced English language instructor.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500926"/>
            <a:ext cx="7468553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6299" y="57631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50% Discount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6299" y="6258639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Limited-time offer! Enroll now and save on this valuable course.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8079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Boost Your English Skills with "Idioms "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61700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602" y="3717250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Idioms Mastery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4112538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Gain a deep understanding of English idioms.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361700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9536" y="3717250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Clear Explanations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4112538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Learn through engaging lessons and real-world examples.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770126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602" y="5870377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770126"/>
            <a:ext cx="38001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Confidence in Communication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265664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Improve your accuracy and fluency in spoken and written English.</a:t>
            </a:r>
            <a:endParaRPr lang="en-US" sz="1850" dirty="0"/>
          </a:p>
        </p:txBody>
      </p:sp>
      <p:pic>
        <p:nvPicPr>
          <p:cNvPr id="16" name="Picture 2" descr="New PNG Transparent Taxt and Label Design - Vector Design - Cdr, Ai, EPS,  PNG, SVG">
            <a:extLst>
              <a:ext uri="{FF2B5EF4-FFF2-40B4-BE49-F238E27FC236}">
                <a16:creationId xmlns:a16="http://schemas.microsoft.com/office/drawing/2014/main" id="{7514FF35-89E9-A921-A546-5AA4C016E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600" y="483095"/>
            <a:ext cx="3882043" cy="380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</Words>
  <Application>Microsoft Office PowerPoint</Application>
  <PresentationFormat>Custom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PT Sans Bold</vt:lpstr>
      <vt:lpstr>Nunito Semi Bold</vt:lpstr>
      <vt:lpstr>Arial</vt:lpstr>
      <vt:lpstr>PT Sans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Kalaiselvan Selvanayagam</cp:lastModifiedBy>
  <cp:revision>3</cp:revision>
  <dcterms:created xsi:type="dcterms:W3CDTF">2024-11-11T18:27:06Z</dcterms:created>
  <dcterms:modified xsi:type="dcterms:W3CDTF">2024-11-11T18:47:48Z</dcterms:modified>
</cp:coreProperties>
</file>