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2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251200" y="1559908"/>
            <a:ext cx="3611126" cy="665840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711201"/>
            <a:ext cx="4616035" cy="4165601"/>
          </a:xfrm>
        </p:spPr>
        <p:txBody>
          <a:bodyPr anchor="b">
            <a:normAutofit/>
          </a:bodyPr>
          <a:lstStyle>
            <a:lvl1pPr algn="l">
              <a:defRPr sz="33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5125157"/>
            <a:ext cx="3715688" cy="2551288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3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1" y="711200"/>
            <a:ext cx="4916150" cy="502356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641599"/>
            <a:ext cx="4801851" cy="3093156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5983112"/>
            <a:ext cx="4801850" cy="2043289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00051" y="711201"/>
            <a:ext cx="2962475" cy="50235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3496771" y="711200"/>
            <a:ext cx="2961179" cy="50122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711200"/>
            <a:ext cx="2787650" cy="812800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" y="1524001"/>
            <a:ext cx="2959100" cy="421075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1263" y="755651"/>
            <a:ext cx="2823038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6772" y="1524000"/>
            <a:ext cx="2967529" cy="41994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8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0" y="711200"/>
            <a:ext cx="2400300" cy="2032000"/>
          </a:xfrm>
        </p:spPr>
        <p:txBody>
          <a:bodyPr anchor="b">
            <a:normAutofit/>
          </a:bodyPr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711200"/>
            <a:ext cx="3329066" cy="7315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0" y="2946403"/>
            <a:ext cx="2400300" cy="278835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4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1850" y="1930400"/>
            <a:ext cx="2672444" cy="1524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71500" y="1219200"/>
            <a:ext cx="2460731" cy="64008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2021" y="3657600"/>
            <a:ext cx="2673167" cy="2777067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" y="8229601"/>
            <a:ext cx="435879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5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00050" y="711200"/>
            <a:ext cx="6057900" cy="4165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1502" y="5125156"/>
            <a:ext cx="5460999" cy="6096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1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6057900" cy="3860800"/>
          </a:xfrm>
        </p:spPr>
        <p:txBody>
          <a:bodyPr anchor="ctr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486400"/>
            <a:ext cx="4787664" cy="2540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10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4572000"/>
            <a:ext cx="4801850" cy="64346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734760"/>
            <a:ext cx="4786771" cy="229164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3672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572000"/>
            <a:ext cx="4786771" cy="2263200"/>
          </a:xfrm>
        </p:spPr>
        <p:txBody>
          <a:bodyPr anchor="b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843974"/>
            <a:ext cx="4787664" cy="118242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2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181600"/>
            <a:ext cx="4786771" cy="139982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604000"/>
            <a:ext cx="4786770" cy="1422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826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5644244" cy="3860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1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238045"/>
            <a:ext cx="4786771" cy="11176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355648"/>
            <a:ext cx="4786770" cy="167075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 algn="l"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1" y="711201"/>
            <a:ext cx="4916150" cy="502356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9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24804" y="711200"/>
            <a:ext cx="1533146" cy="5892800"/>
          </a:xfrm>
        </p:spPr>
        <p:txBody>
          <a:bodyPr vert="eaVert"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0" y="711200"/>
            <a:ext cx="4387509" cy="73152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003006" y="5192890"/>
            <a:ext cx="1852842" cy="3544711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711201"/>
            <a:ext cx="4916150" cy="5023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72684" y="8229605"/>
            <a:ext cx="900347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DA876C-A6C6-4417-891C-FF03C8058CF7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050" y="8229601"/>
            <a:ext cx="4358793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30820" y="7437972"/>
            <a:ext cx="642680" cy="8932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04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on 6"/>
          <p:cNvSpPr/>
          <p:nvPr/>
        </p:nvSpPr>
        <p:spPr>
          <a:xfrm rot="5636007">
            <a:off x="880483" y="5004762"/>
            <a:ext cx="3372787" cy="7833261"/>
          </a:xfrm>
          <a:prstGeom prst="moon">
            <a:avLst>
              <a:gd name="adj" fmla="val 62180"/>
            </a:avLst>
          </a:prstGeom>
          <a:effectLst>
            <a:glow rad="139700">
              <a:srgbClr val="FF0000"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on 8"/>
          <p:cNvSpPr/>
          <p:nvPr/>
        </p:nvSpPr>
        <p:spPr>
          <a:xfrm>
            <a:off x="5441708" y="4633772"/>
            <a:ext cx="3327816" cy="5906125"/>
          </a:xfrm>
          <a:prstGeom prst="moon">
            <a:avLst/>
          </a:prstGeom>
          <a:effectLst>
            <a:glow rad="139700">
              <a:srgbClr val="FF0000">
                <a:alpha val="40000"/>
              </a:srgb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55332" y="-148619"/>
            <a:ext cx="497443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 Language</a:t>
            </a:r>
            <a:endParaRPr lang="en-US" sz="4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Isosceles Triangle 14"/>
          <p:cNvSpPr/>
          <p:nvPr/>
        </p:nvSpPr>
        <p:spPr>
          <a:xfrm rot="5400000">
            <a:off x="-439080" y="414081"/>
            <a:ext cx="2583180" cy="17578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4676755" y="414081"/>
            <a:ext cx="2583180" cy="17578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9529" y="8165792"/>
            <a:ext cx="3655788" cy="715089"/>
          </a:xfrm>
          <a:prstGeom prst="round2Diag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S. Kalaiselvan.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Skillful trainer </a:t>
            </a:r>
            <a:r>
              <a:rPr lang="en-US" b="1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in teaching. </a:t>
            </a:r>
            <a:endParaRPr lang="en-US" b="1" dirty="0">
              <a:solidFill>
                <a:srgbClr val="FFFF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3790" y="8581682"/>
            <a:ext cx="158729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  <a:latin typeface="Agency FB" panose="020B0503020202020204" pitchFamily="34" charset="0"/>
              </a:rPr>
              <a:t>*Conditions Apply</a:t>
            </a:r>
            <a:endParaRPr lang="en-US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60675" y="503092"/>
            <a:ext cx="169950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latin typeface="Harlow Solid Italic" panose="04030604020F02020D02" pitchFamily="82" charset="0"/>
              </a:rPr>
              <a:t>G</a:t>
            </a:r>
            <a:r>
              <a:rPr lang="en-US" sz="32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effectLst/>
                <a:latin typeface="Harlow Solid Italic" panose="04030604020F02020D02" pitchFamily="82" charset="0"/>
              </a:rPr>
              <a:t>rade 11</a:t>
            </a:r>
            <a:endParaRPr lang="en-US" sz="3200" b="1" cap="none" spc="0" dirty="0">
              <a:ln w="22225">
                <a:solidFill>
                  <a:schemeClr val="accent2"/>
                </a:solidFill>
                <a:prstDash val="solid"/>
              </a:ln>
              <a:effectLst/>
              <a:latin typeface="Harlow Solid Italic" panose="04030604020F02020D02" pitchFamily="8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8190" y="1027095"/>
            <a:ext cx="464536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50" dirty="0" smtClean="0">
                <a:ln w="0"/>
                <a:solidFill>
                  <a:srgbClr val="FFFF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Online Class</a:t>
            </a:r>
            <a:endParaRPr lang="en-US" sz="2400" b="1" cap="none" spc="50" dirty="0">
              <a:ln w="0"/>
              <a:solidFill>
                <a:srgbClr val="FFFF99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 Black" panose="020B0A040201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8248" y="1582518"/>
            <a:ext cx="5521927" cy="23836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ta-IN" sz="1200" b="1" dirty="0" smtClean="0">
                <a:solidFill>
                  <a:schemeClr val="bg1"/>
                </a:solidFill>
              </a:rPr>
              <a:t>வாக்கியங்களை உருவாக்க சிரமபடுகிறீர்களா </a:t>
            </a:r>
            <a:r>
              <a:rPr lang="en-US" sz="1200" b="1" dirty="0" smtClean="0">
                <a:solidFill>
                  <a:schemeClr val="bg1"/>
                </a:solidFill>
              </a:rPr>
              <a:t>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ta-IN" sz="1200" b="1" dirty="0" smtClean="0">
                <a:solidFill>
                  <a:schemeClr val="bg1"/>
                </a:solidFill>
              </a:rPr>
              <a:t>ஆங்கிலம் பேசுவது கடினமா</a:t>
            </a:r>
            <a:r>
              <a:rPr lang="en-US" sz="1200" b="1" dirty="0" smtClean="0">
                <a:solidFill>
                  <a:schemeClr val="bg1"/>
                </a:solidFill>
              </a:rPr>
              <a:t> 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ta-IN" sz="1200" b="1" dirty="0" smtClean="0">
                <a:solidFill>
                  <a:schemeClr val="bg1"/>
                </a:solidFill>
              </a:rPr>
              <a:t>பரீட்சையில் குறைவான புள்ளிகளா</a:t>
            </a:r>
            <a:r>
              <a:rPr lang="en-US" sz="1200" b="1" dirty="0" smtClean="0">
                <a:solidFill>
                  <a:schemeClr val="bg1"/>
                </a:solidFill>
              </a:rPr>
              <a:t> 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dirty="0"/>
          </a:p>
          <a:p>
            <a:r>
              <a:rPr lang="ta-IN" sz="1200" dirty="0" smtClean="0"/>
              <a:t>   </a:t>
            </a:r>
            <a:r>
              <a:rPr lang="ta-IN" sz="1200" b="1" dirty="0" smtClean="0">
                <a:solidFill>
                  <a:srgbClr val="C00000"/>
                </a:solidFill>
              </a:rPr>
              <a:t>இது போன்ற மேலும் பல விடயங்களில் உதவி வழங்கபடுவதோடு</a:t>
            </a:r>
            <a:r>
              <a:rPr lang="en-US" sz="1200" b="1" dirty="0" smtClean="0">
                <a:solidFill>
                  <a:srgbClr val="C00000"/>
                </a:solidFill>
              </a:rPr>
              <a:t>,</a:t>
            </a:r>
            <a:r>
              <a:rPr lang="ta-IN" sz="1200" b="1" dirty="0" smtClean="0">
                <a:solidFill>
                  <a:srgbClr val="C00000"/>
                </a:solidFill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>
              <a:solidFill>
                <a:srgbClr val="C00000"/>
              </a:solidFill>
            </a:endParaRPr>
          </a:p>
          <a:p>
            <a:r>
              <a:rPr lang="ta-IN" sz="1200" b="1" dirty="0" smtClean="0">
                <a:solidFill>
                  <a:srgbClr val="C00000"/>
                </a:solidFill>
              </a:rPr>
              <a:t>தரம் </a:t>
            </a:r>
            <a:r>
              <a:rPr lang="ta-IN" sz="1400" b="1" dirty="0" smtClean="0">
                <a:solidFill>
                  <a:srgbClr val="C00000"/>
                </a:solidFill>
              </a:rPr>
              <a:t>10</a:t>
            </a:r>
            <a:r>
              <a:rPr lang="ta-IN" sz="1200" b="1" dirty="0" smtClean="0">
                <a:solidFill>
                  <a:srgbClr val="C00000"/>
                </a:solidFill>
              </a:rPr>
              <a:t> ற்கான முழுமையான இலக்கணமும் கற்பிக்கப்படும்.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710" y="4140807"/>
            <a:ext cx="58190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All theory.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Past papers &amp; model papers discussion.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Tips to score marks in writing.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Explanation in English and Tamil for better understanding.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Unit tests.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Different activities to improve language.</a:t>
            </a:r>
          </a:p>
          <a:p>
            <a:pPr>
              <a:lnSpc>
                <a:spcPct val="150000"/>
              </a:lnSpc>
            </a:pPr>
            <a:endParaRPr lang="en-US" sz="16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2774" y="6649186"/>
            <a:ext cx="1710832" cy="338554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100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 Registration </a:t>
            </a:r>
            <a:endParaRPr lang="en-US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299" y="7150342"/>
            <a:ext cx="473871" cy="4738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81857" y="7187723"/>
            <a:ext cx="1699873" cy="399111"/>
          </a:xfrm>
          <a:prstGeom prst="rect">
            <a:avLst/>
          </a:prstGeom>
          <a:solidFill>
            <a:srgbClr val="FF0000"/>
          </a:solidFill>
          <a:effectLst>
            <a:glow rad="228600">
              <a:schemeClr val="accent3">
                <a:satMod val="175000"/>
                <a:alpha val="40000"/>
              </a:schemeClr>
            </a:glow>
            <a:softEdge rad="12700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071 0344549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87" y="2333453"/>
            <a:ext cx="1093175" cy="10872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023" y="3833831"/>
            <a:ext cx="1059184" cy="11347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59" y="5479635"/>
            <a:ext cx="1079997" cy="1247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723" y="7061264"/>
            <a:ext cx="1151835" cy="13685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364" y="1046443"/>
            <a:ext cx="1261767" cy="4508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10" y="7081455"/>
            <a:ext cx="906322" cy="902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>
            <a:off x="2210325" y="4102528"/>
            <a:ext cx="2496060" cy="408623"/>
          </a:xfrm>
          <a:prstGeom prst="roundRect">
            <a:avLst/>
          </a:prstGeom>
          <a:solidFill>
            <a:srgbClr val="002060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b="1" dirty="0" smtClean="0"/>
              <a:t>New Batch 2023 O/L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078" y="841468"/>
            <a:ext cx="1268698" cy="340519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On going…</a:t>
            </a:r>
            <a:endParaRPr lang="en-US" sz="1400" b="1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01526" y="6435324"/>
            <a:ext cx="114807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1000/-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8367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225</TotalTime>
  <Words>94</Words>
  <Application>Microsoft Office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Agency FB</vt:lpstr>
      <vt:lpstr>Arial Black</vt:lpstr>
      <vt:lpstr>Bahnschrift</vt:lpstr>
      <vt:lpstr>Bahnschrift Condensed</vt:lpstr>
      <vt:lpstr>Century Gothic</vt:lpstr>
      <vt:lpstr>Harlow Solid Italic</vt:lpstr>
      <vt:lpstr>Latha</vt:lpstr>
      <vt:lpstr>Wingdings</vt:lpstr>
      <vt:lpstr>Wingdings 3</vt:lpstr>
      <vt:lpstr>Slice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</dc:creator>
  <cp:lastModifiedBy>Kalaiselvan</cp:lastModifiedBy>
  <cp:revision>34</cp:revision>
  <dcterms:created xsi:type="dcterms:W3CDTF">2023-02-13T16:51:16Z</dcterms:created>
  <dcterms:modified xsi:type="dcterms:W3CDTF">2023-03-23T04:58:21Z</dcterms:modified>
</cp:coreProperties>
</file>