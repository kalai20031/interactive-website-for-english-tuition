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4" r:id="rId1"/>
  </p:sldMasterIdLst>
  <p:notesMasterIdLst>
    <p:notesMasterId r:id="rId3"/>
  </p:notesMasterIdLst>
  <p:sldIdLst>
    <p:sldId id="256" r:id="rId2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2064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28D3C2-D04E-422B-8298-5DEB87E0E1BF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8036E9-BFD2-4CBC-877B-91FB9C515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684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8036E9-BFD2-4CBC-877B-91FB9C515D6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365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3251200" y="1559908"/>
            <a:ext cx="3611126" cy="6658403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50" y="711201"/>
            <a:ext cx="4616035" cy="4165601"/>
          </a:xfrm>
        </p:spPr>
        <p:txBody>
          <a:bodyPr anchor="b">
            <a:normAutofit/>
          </a:bodyPr>
          <a:lstStyle>
            <a:lvl1pPr algn="l">
              <a:defRPr sz="33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50" y="5125157"/>
            <a:ext cx="3715688" cy="2551288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238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1" y="5994400"/>
            <a:ext cx="4916150" cy="203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1" y="711200"/>
            <a:ext cx="4916150" cy="5023560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788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2641599"/>
            <a:ext cx="4801851" cy="3093156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0051" y="5983112"/>
            <a:ext cx="4801850" cy="2043289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98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1" y="5994400"/>
            <a:ext cx="4916150" cy="20320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400051" y="711201"/>
            <a:ext cx="2962475" cy="5023556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3496771" y="711200"/>
            <a:ext cx="2961179" cy="5012267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49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1" y="5994400"/>
            <a:ext cx="4916150" cy="20320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501" y="711200"/>
            <a:ext cx="2787650" cy="812800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0050" y="1524001"/>
            <a:ext cx="2959100" cy="4210756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1263" y="755651"/>
            <a:ext cx="2823038" cy="768349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96772" y="1524000"/>
            <a:ext cx="2967529" cy="4199467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781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1" y="5994400"/>
            <a:ext cx="4916150" cy="20320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444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533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0" y="711200"/>
            <a:ext cx="2400300" cy="2032000"/>
          </a:xfrm>
        </p:spPr>
        <p:txBody>
          <a:bodyPr anchor="b">
            <a:normAutofit/>
          </a:bodyPr>
          <a:lstStyle>
            <a:lvl1pPr algn="l">
              <a:defRPr sz="15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711200"/>
            <a:ext cx="3329066" cy="73152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00" y="2946403"/>
            <a:ext cx="2400300" cy="278835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142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71850" y="1930400"/>
            <a:ext cx="2672444" cy="15240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71500" y="1219200"/>
            <a:ext cx="2460731" cy="64008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72021" y="3657600"/>
            <a:ext cx="2673167" cy="2777067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0050" y="8229601"/>
            <a:ext cx="4358793" cy="48683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751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1" y="5994400"/>
            <a:ext cx="4916150" cy="2032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400050" y="711200"/>
            <a:ext cx="6057900" cy="4165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571502" y="5125156"/>
            <a:ext cx="5460999" cy="6096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2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415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711200"/>
            <a:ext cx="6057900" cy="3860800"/>
          </a:xfrm>
        </p:spPr>
        <p:txBody>
          <a:bodyPr anchor="ctr">
            <a:normAutofit/>
          </a:bodyPr>
          <a:lstStyle>
            <a:lvl1pPr algn="l">
              <a:defRPr sz="21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0050" y="5486400"/>
            <a:ext cx="4787664" cy="2540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101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213" y="711200"/>
            <a:ext cx="5144840" cy="3860800"/>
          </a:xfrm>
        </p:spPr>
        <p:txBody>
          <a:bodyPr anchor="ctr">
            <a:normAutofit/>
          </a:bodyPr>
          <a:lstStyle>
            <a:lvl1pPr algn="l">
              <a:defRPr sz="21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00101" y="4572000"/>
            <a:ext cx="4801850" cy="643467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0050" y="5734760"/>
            <a:ext cx="4786771" cy="229164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71451" y="947499"/>
            <a:ext cx="342989" cy="77970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72151" y="3691468"/>
            <a:ext cx="342989" cy="77970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936728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4572000"/>
            <a:ext cx="4786771" cy="2263200"/>
          </a:xfrm>
        </p:spPr>
        <p:txBody>
          <a:bodyPr anchor="b">
            <a:normAutofit/>
          </a:bodyPr>
          <a:lstStyle>
            <a:lvl1pPr algn="l">
              <a:defRPr sz="21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0050" y="6843974"/>
            <a:ext cx="4787664" cy="1182425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6325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213" y="711200"/>
            <a:ext cx="5144840" cy="3860800"/>
          </a:xfrm>
        </p:spPr>
        <p:txBody>
          <a:bodyPr anchor="ctr">
            <a:normAutofit/>
          </a:bodyPr>
          <a:lstStyle>
            <a:lvl1pPr algn="l">
              <a:defRPr sz="21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00050" y="5181600"/>
            <a:ext cx="4786771" cy="139982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5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0050" y="6604000"/>
            <a:ext cx="4786770" cy="14224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71451" y="947499"/>
            <a:ext cx="342989" cy="77970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72151" y="3691468"/>
            <a:ext cx="342989" cy="77970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88265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711200"/>
            <a:ext cx="5644244" cy="3860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1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00050" y="5238045"/>
            <a:ext cx="4786771" cy="11176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5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0050" y="6355648"/>
            <a:ext cx="4786770" cy="1670753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919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1" y="5994400"/>
            <a:ext cx="4916150" cy="2032000"/>
          </a:xfrm>
        </p:spPr>
        <p:txBody>
          <a:bodyPr>
            <a:normAutofit/>
          </a:bodyPr>
          <a:lstStyle>
            <a:lvl1pPr algn="l">
              <a:defRPr sz="21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0051" y="711201"/>
            <a:ext cx="4916150" cy="502356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99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24804" y="711200"/>
            <a:ext cx="1533146" cy="5892800"/>
          </a:xfrm>
        </p:spPr>
        <p:txBody>
          <a:bodyPr vert="eaVert">
            <a:normAutofit/>
          </a:bodyPr>
          <a:lstStyle>
            <a:lvl1pPr>
              <a:defRPr sz="21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0050" y="711200"/>
            <a:ext cx="4387509" cy="73152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876C-A6C6-4417-891C-FF03C8058CF7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175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5003006" y="5192890"/>
            <a:ext cx="1852842" cy="3544711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0051" y="5994400"/>
            <a:ext cx="4916150" cy="2032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0051" y="711201"/>
            <a:ext cx="4916150" cy="5023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72684" y="8229605"/>
            <a:ext cx="900347" cy="48683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ADA876C-A6C6-4417-891C-FF03C8058CF7}" type="datetimeFigureOut">
              <a:rPr lang="en-US" smtClean="0"/>
              <a:t>1/14/2024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0050" y="8229601"/>
            <a:ext cx="4358793" cy="48683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30820" y="7437972"/>
            <a:ext cx="642680" cy="8932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1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13C4786-06FA-4F8F-8277-7AAF6AAF4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2048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  <p:sldLayoutId id="2147483877" r:id="rId13"/>
    <p:sldLayoutId id="2147483878" r:id="rId14"/>
    <p:sldLayoutId id="2147483879" r:id="rId15"/>
    <p:sldLayoutId id="2147483880" r:id="rId16"/>
    <p:sldLayoutId id="2147483881" r:id="rId17"/>
  </p:sldLayoutIdLst>
  <p:txStyles>
    <p:titleStyle>
      <a:lvl1pPr algn="l" defTabSz="342900" rtl="0" eaLnBrk="1" latinLnBrk="0" hangingPunct="1">
        <a:spcBef>
          <a:spcPct val="0"/>
        </a:spcBef>
        <a:buNone/>
        <a:defRPr sz="24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5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35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image" Target="../media/image1.png"/><Relationship Id="rId7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11" Type="http://schemas.openxmlformats.org/officeDocument/2006/relationships/image" Target="../media/image8.jpeg"/><Relationship Id="rId5" Type="http://schemas.openxmlformats.org/officeDocument/2006/relationships/image" Target="../media/image2.jpg"/><Relationship Id="rId10" Type="http://schemas.openxmlformats.org/officeDocument/2006/relationships/image" Target="../media/image7.jpg"/><Relationship Id="rId4" Type="http://schemas.microsoft.com/office/2007/relationships/hdphoto" Target="../media/hdphoto1.wdp"/><Relationship Id="rId9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oon 6"/>
          <p:cNvSpPr/>
          <p:nvPr/>
        </p:nvSpPr>
        <p:spPr>
          <a:xfrm rot="5636007">
            <a:off x="688575" y="5061316"/>
            <a:ext cx="3372787" cy="7833261"/>
          </a:xfrm>
          <a:prstGeom prst="moon">
            <a:avLst>
              <a:gd name="adj" fmla="val 62180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oon 8"/>
          <p:cNvSpPr/>
          <p:nvPr/>
        </p:nvSpPr>
        <p:spPr>
          <a:xfrm>
            <a:off x="5441708" y="4633772"/>
            <a:ext cx="3327816" cy="5906125"/>
          </a:xfrm>
          <a:prstGeom prst="moo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943008" y="61618"/>
            <a:ext cx="3097323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English &amp; ICT </a:t>
            </a:r>
          </a:p>
          <a:p>
            <a:pPr algn="ctr"/>
            <a:endParaRPr lang="en-US" sz="3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pPr algn="ctr"/>
            <a:endParaRPr lang="en-US" sz="3600" b="1" cap="none" spc="0" dirty="0" smtClean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pPr algn="ctr"/>
            <a:endParaRPr lang="en-US" sz="36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5" name="Isosceles Triangle 14"/>
          <p:cNvSpPr/>
          <p:nvPr/>
        </p:nvSpPr>
        <p:spPr>
          <a:xfrm rot="5400000">
            <a:off x="-439080" y="414081"/>
            <a:ext cx="2583180" cy="1757808"/>
          </a:xfrm>
          <a:prstGeom prst="triangl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Isosceles Triangle 15"/>
          <p:cNvSpPr/>
          <p:nvPr/>
        </p:nvSpPr>
        <p:spPr>
          <a:xfrm rot="16200000">
            <a:off x="4676755" y="414081"/>
            <a:ext cx="2583180" cy="1757808"/>
          </a:xfrm>
          <a:prstGeom prst="triangl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09528" y="8165792"/>
            <a:ext cx="4072201" cy="715089"/>
          </a:xfrm>
          <a:prstGeom prst="round2Diag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FF00"/>
                </a:solidFill>
                <a:latin typeface="Bahnschrift Condensed" panose="020B0502040204020203" pitchFamily="34" charset="0"/>
              </a:rPr>
              <a:t>S. Kalaiselvan.</a:t>
            </a:r>
          </a:p>
          <a:p>
            <a:r>
              <a:rPr lang="en-US" b="1" dirty="0" smtClean="0">
                <a:solidFill>
                  <a:srgbClr val="FFFF00"/>
                </a:solidFill>
                <a:latin typeface="Bahnschrift Condensed" panose="020B0502040204020203" pitchFamily="34" charset="0"/>
              </a:rPr>
              <a:t>4 </a:t>
            </a:r>
            <a:r>
              <a:rPr lang="en-US" b="1" dirty="0" err="1" smtClean="0">
                <a:solidFill>
                  <a:srgbClr val="FFFF00"/>
                </a:solidFill>
                <a:latin typeface="Bahnschrift Condensed" panose="020B0502040204020203" pitchFamily="34" charset="0"/>
              </a:rPr>
              <a:t>yrs</a:t>
            </a:r>
            <a:r>
              <a:rPr lang="en-US" b="1" dirty="0" smtClean="0">
                <a:solidFill>
                  <a:srgbClr val="FFFF00"/>
                </a:solidFill>
                <a:latin typeface="Bahnschrift Condensed" panose="020B0502040204020203" pitchFamily="34" charset="0"/>
              </a:rPr>
              <a:t> experienced trainer in teaching. </a:t>
            </a:r>
            <a:endParaRPr lang="en-US" b="1" dirty="0">
              <a:solidFill>
                <a:srgbClr val="FFFF0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33790" y="8581682"/>
            <a:ext cx="1587294" cy="3693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2"/>
                </a:solidFill>
                <a:latin typeface="Agency FB" panose="020B0503020202020204" pitchFamily="34" charset="0"/>
              </a:rPr>
              <a:t>*Conditions Apply</a:t>
            </a:r>
            <a:endParaRPr lang="en-US" b="1" dirty="0">
              <a:solidFill>
                <a:schemeClr val="bg2"/>
              </a:solidFill>
              <a:latin typeface="Agency FB" panose="020B0503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085365" y="766224"/>
            <a:ext cx="271420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Franklin Gothic Heavy" panose="020B0903020102020204" pitchFamily="34" charset="0"/>
              </a:rPr>
              <a:t>G</a:t>
            </a:r>
            <a:r>
              <a:rPr lang="en-US" sz="32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Franklin Gothic Heavy" panose="020B0903020102020204" pitchFamily="34" charset="0"/>
              </a:rPr>
              <a:t>rade 6 – 11 </a:t>
            </a:r>
            <a:endParaRPr lang="en-US" sz="32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  <a:outerShdw dist="38100" dir="2700000" algn="bl" rotWithShape="0">
                  <a:schemeClr val="accent5"/>
                </a:outerShdw>
              </a:effectLst>
              <a:latin typeface="Franklin Gothic Heavy" panose="020B09030201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4066" y="3795251"/>
            <a:ext cx="582024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b="1" dirty="0" smtClean="0">
                <a:latin typeface="Bahnschrift" panose="020B0502040204020203" pitchFamily="34" charset="0"/>
              </a:rPr>
              <a:t>All theory.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b="1" dirty="0" smtClean="0">
                <a:latin typeface="Bahnschrift" panose="020B0502040204020203" pitchFamily="34" charset="0"/>
              </a:rPr>
              <a:t>Past papers &amp; model papers discussion.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b="1" dirty="0" smtClean="0">
                <a:latin typeface="Bahnschrift" panose="020B0502040204020203" pitchFamily="34" charset="0"/>
              </a:rPr>
              <a:t>Tips to score marks in writing.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b="1" dirty="0" smtClean="0">
                <a:solidFill>
                  <a:srgbClr val="FFFF00"/>
                </a:solidFill>
                <a:latin typeface="Bahnschrift" panose="020B0502040204020203" pitchFamily="34" charset="0"/>
              </a:rPr>
              <a:t>Explanation in English and Tamil for better understanding.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b="1" dirty="0" smtClean="0">
                <a:latin typeface="Bahnschrift" panose="020B0502040204020203" pitchFamily="34" charset="0"/>
              </a:rPr>
              <a:t>Individual helps.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b="1" dirty="0" smtClean="0">
                <a:latin typeface="Bahnschrift" panose="020B0502040204020203" pitchFamily="34" charset="0"/>
              </a:rPr>
              <a:t>Different activities to improve language.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600" b="1" dirty="0" smtClean="0">
                <a:latin typeface="Bahnschrift" panose="020B0502040204020203" pitchFamily="34" charset="0"/>
              </a:rPr>
              <a:t>Term Test Papers discussion. </a:t>
            </a:r>
          </a:p>
          <a:p>
            <a:pPr>
              <a:lnSpc>
                <a:spcPct val="150000"/>
              </a:lnSpc>
            </a:pPr>
            <a:endParaRPr lang="en-US" sz="1600" b="1" dirty="0" smtClean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63902" y="6571384"/>
            <a:ext cx="3442926" cy="338554"/>
          </a:xfrm>
          <a:prstGeom prst="rect">
            <a:avLst/>
          </a:prstGeom>
          <a:solidFill>
            <a:schemeClr val="bg1"/>
          </a:solidFill>
        </p:spPr>
        <p:style>
          <a:lnRef idx="0">
            <a:schemeClr val="dk1"/>
          </a:lnRef>
          <a:fillRef idx="100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err="1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Hemmathagama</a:t>
            </a:r>
            <a:r>
              <a:rPr lang="en-US" sz="16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, </a:t>
            </a:r>
            <a:r>
              <a:rPr lang="en-US" sz="1600" b="1" dirty="0" err="1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Palliporuwa</a:t>
            </a:r>
            <a:r>
              <a:rPr lang="en-US" sz="16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…. </a:t>
            </a:r>
            <a:endParaRPr lang="en-US" sz="1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3773" y="7122227"/>
            <a:ext cx="473871" cy="47387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399063" y="7187723"/>
            <a:ext cx="1699873" cy="399111"/>
          </a:xfrm>
          <a:prstGeom prst="rect">
            <a:avLst/>
          </a:prstGeom>
          <a:solidFill>
            <a:srgbClr val="FF0000"/>
          </a:solidFill>
          <a:effectLst>
            <a:glow rad="228600">
              <a:schemeClr val="accent3">
                <a:satMod val="175000"/>
                <a:alpha val="40000"/>
              </a:schemeClr>
            </a:glow>
            <a:softEdge rad="127000"/>
          </a:effectLst>
          <a:scene3d>
            <a:camera prst="perspectiveFront"/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FFFF00"/>
                </a:solidFill>
              </a:rPr>
              <a:t>071 0344549</a:t>
            </a:r>
            <a:endParaRPr lang="en-US" sz="2000" b="1" dirty="0">
              <a:solidFill>
                <a:srgbClr val="FFFF00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4074" y="2308011"/>
            <a:ext cx="1093175" cy="108727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059" y="3816932"/>
            <a:ext cx="1059184" cy="113472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4743" y="5327815"/>
            <a:ext cx="1079997" cy="124786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510" y="6872083"/>
            <a:ext cx="1151835" cy="123849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729" y="7024489"/>
            <a:ext cx="906322" cy="9020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Box 3"/>
          <p:cNvSpPr txBox="1"/>
          <p:nvPr/>
        </p:nvSpPr>
        <p:spPr>
          <a:xfrm>
            <a:off x="10376" y="1071285"/>
            <a:ext cx="1290275" cy="340519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</a:rPr>
              <a:t>On Going…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87" y="909006"/>
            <a:ext cx="1164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Let’s get started.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62" y="1503024"/>
            <a:ext cx="3434324" cy="21099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7827" y="1462747"/>
            <a:ext cx="2916482" cy="22191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3" name="Rectangle 32"/>
          <p:cNvSpPr/>
          <p:nvPr/>
        </p:nvSpPr>
        <p:spPr>
          <a:xfrm>
            <a:off x="896190" y="3395281"/>
            <a:ext cx="5006777" cy="59572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English &amp; Tamil Mediums</a:t>
            </a:r>
            <a:endParaRPr lang="en-US" sz="32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83671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lic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82EB108-EDE6-4B8E-957B-D4A69BF580E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268</TotalTime>
  <Words>79</Words>
  <Application>Microsoft Office PowerPoint</Application>
  <PresentationFormat>On-screen Show (4:3)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Agency FB</vt:lpstr>
      <vt:lpstr>Bahnschrift</vt:lpstr>
      <vt:lpstr>Bahnschrift Condensed</vt:lpstr>
      <vt:lpstr>Calibri</vt:lpstr>
      <vt:lpstr>Century Gothic</vt:lpstr>
      <vt:lpstr>Franklin Gothic Heavy</vt:lpstr>
      <vt:lpstr>Wingdings</vt:lpstr>
      <vt:lpstr>Wingdings 3</vt:lpstr>
      <vt:lpstr>Slice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Kalaiselvan</dc:creator>
  <cp:lastModifiedBy>Kalaiselvan</cp:lastModifiedBy>
  <cp:revision>43</cp:revision>
  <dcterms:created xsi:type="dcterms:W3CDTF">2023-02-13T16:51:16Z</dcterms:created>
  <dcterms:modified xsi:type="dcterms:W3CDTF">2024-01-14T13:47:02Z</dcterms:modified>
</cp:coreProperties>
</file>