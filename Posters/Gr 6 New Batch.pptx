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2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251200" y="1559908"/>
            <a:ext cx="3611126" cy="6658403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711201"/>
            <a:ext cx="4616035" cy="4165601"/>
          </a:xfrm>
        </p:spPr>
        <p:txBody>
          <a:bodyPr anchor="b">
            <a:normAutofit/>
          </a:bodyPr>
          <a:lstStyle>
            <a:lvl1pPr algn="l">
              <a:defRPr sz="33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5125157"/>
            <a:ext cx="3715688" cy="2551288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38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1" y="711200"/>
            <a:ext cx="4916150" cy="502356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8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2641599"/>
            <a:ext cx="4801851" cy="3093156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1" y="5983112"/>
            <a:ext cx="4801850" cy="2043289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8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400051" y="711201"/>
            <a:ext cx="2962475" cy="5023556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3496771" y="711200"/>
            <a:ext cx="2961179" cy="5012267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9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1" y="711200"/>
            <a:ext cx="2787650" cy="812800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050" y="1524001"/>
            <a:ext cx="2959100" cy="4210756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1263" y="755651"/>
            <a:ext cx="2823038" cy="768349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6772" y="1524000"/>
            <a:ext cx="2967529" cy="4199467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8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4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3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0" y="711200"/>
            <a:ext cx="2400300" cy="2032000"/>
          </a:xfrm>
        </p:spPr>
        <p:txBody>
          <a:bodyPr anchor="b">
            <a:normAutofit/>
          </a:bodyPr>
          <a:lstStyle>
            <a:lvl1pPr algn="l">
              <a:defRPr sz="15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711200"/>
            <a:ext cx="3329066" cy="7315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0" y="2946403"/>
            <a:ext cx="2400300" cy="278835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4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1850" y="1930400"/>
            <a:ext cx="2672444" cy="15240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71500" y="1219200"/>
            <a:ext cx="2460731" cy="64008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72021" y="3657600"/>
            <a:ext cx="2673167" cy="2777067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0050" y="8229601"/>
            <a:ext cx="435879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5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400050" y="711200"/>
            <a:ext cx="6057900" cy="4165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571502" y="5125156"/>
            <a:ext cx="5460999" cy="6096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1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711200"/>
            <a:ext cx="6057900" cy="3860800"/>
          </a:xfrm>
        </p:spPr>
        <p:txBody>
          <a:bodyPr anchor="ctr">
            <a:normAutofit/>
          </a:bodyPr>
          <a:lstStyle>
            <a:lvl1pPr algn="l">
              <a:defRPr sz="21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5486400"/>
            <a:ext cx="4787664" cy="2540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10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13" y="711200"/>
            <a:ext cx="5144840" cy="3860800"/>
          </a:xfrm>
        </p:spPr>
        <p:txBody>
          <a:bodyPr anchor="ctr">
            <a:normAutofit/>
          </a:bodyPr>
          <a:lstStyle>
            <a:lvl1pPr algn="l">
              <a:defRPr sz="21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00101" y="4572000"/>
            <a:ext cx="4801850" cy="643467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5734760"/>
            <a:ext cx="4786771" cy="229164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71451" y="947499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2151" y="3691468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3672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4572000"/>
            <a:ext cx="4786771" cy="2263200"/>
          </a:xfrm>
        </p:spPr>
        <p:txBody>
          <a:bodyPr anchor="b">
            <a:normAutofit/>
          </a:bodyPr>
          <a:lstStyle>
            <a:lvl1pPr algn="l">
              <a:defRPr sz="21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6843974"/>
            <a:ext cx="4787664" cy="1182425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32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13" y="711200"/>
            <a:ext cx="5144840" cy="3860800"/>
          </a:xfrm>
        </p:spPr>
        <p:txBody>
          <a:bodyPr anchor="ctr">
            <a:normAutofit/>
          </a:bodyPr>
          <a:lstStyle>
            <a:lvl1pPr algn="l">
              <a:defRPr sz="21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00050" y="5181600"/>
            <a:ext cx="4786771" cy="139982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5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6604000"/>
            <a:ext cx="4786770" cy="1422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71451" y="947499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2151" y="3691468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8826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711200"/>
            <a:ext cx="5644244" cy="3860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1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00050" y="5238045"/>
            <a:ext cx="4786771" cy="11176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5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6355648"/>
            <a:ext cx="4786770" cy="167075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1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 algn="l"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0051" y="711201"/>
            <a:ext cx="4916150" cy="502356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9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24804" y="711200"/>
            <a:ext cx="1533146" cy="5892800"/>
          </a:xfrm>
        </p:spPr>
        <p:txBody>
          <a:bodyPr vert="eaVert">
            <a:normAutofit/>
          </a:bodyPr>
          <a:lstStyle>
            <a:lvl1pPr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0050" y="711200"/>
            <a:ext cx="4387509" cy="73152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7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003006" y="5192890"/>
            <a:ext cx="1852842" cy="3544711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1" y="711201"/>
            <a:ext cx="4916150" cy="5023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72684" y="8229605"/>
            <a:ext cx="900347" cy="48683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ADA876C-A6C6-4417-891C-FF03C8058CF7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0050" y="8229601"/>
            <a:ext cx="4358793" cy="48683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30820" y="7437972"/>
            <a:ext cx="642680" cy="8932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1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048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microsoft.com/office/2007/relationships/hdphoto" Target="../media/hdphoto1.wdp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oon 6"/>
          <p:cNvSpPr/>
          <p:nvPr/>
        </p:nvSpPr>
        <p:spPr>
          <a:xfrm rot="5636007">
            <a:off x="880483" y="5004762"/>
            <a:ext cx="3372787" cy="7833261"/>
          </a:xfrm>
          <a:prstGeom prst="moon">
            <a:avLst>
              <a:gd name="adj" fmla="val 6218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on 8"/>
          <p:cNvSpPr/>
          <p:nvPr/>
        </p:nvSpPr>
        <p:spPr>
          <a:xfrm>
            <a:off x="5441708" y="4633772"/>
            <a:ext cx="3327816" cy="5906125"/>
          </a:xfrm>
          <a:prstGeom prst="mo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55332" y="-148619"/>
            <a:ext cx="497443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English Language</a:t>
            </a:r>
            <a:endParaRPr lang="en-US" sz="4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5" name="Isosceles Triangle 14"/>
          <p:cNvSpPr/>
          <p:nvPr/>
        </p:nvSpPr>
        <p:spPr>
          <a:xfrm rot="5400000">
            <a:off x="-439080" y="414081"/>
            <a:ext cx="2583180" cy="1757808"/>
          </a:xfrm>
          <a:prstGeom prst="triangl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sosceles Triangle 15"/>
          <p:cNvSpPr/>
          <p:nvPr/>
        </p:nvSpPr>
        <p:spPr>
          <a:xfrm rot="16200000">
            <a:off x="4676755" y="414081"/>
            <a:ext cx="2583180" cy="1757808"/>
          </a:xfrm>
          <a:prstGeom prst="triangl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09528" y="8165792"/>
            <a:ext cx="4072201" cy="715089"/>
          </a:xfrm>
          <a:prstGeom prst="round2Diag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S. Kalaiselvan.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4 </a:t>
            </a:r>
            <a:r>
              <a:rPr lang="en-US" b="1" dirty="0" err="1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yrs</a:t>
            </a:r>
            <a:r>
              <a:rPr lang="en-US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 experienced skillful trainer in teaching. </a:t>
            </a:r>
            <a:endParaRPr lang="en-US" b="1" dirty="0">
              <a:solidFill>
                <a:srgbClr val="FFFF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33790" y="8581682"/>
            <a:ext cx="1587294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2"/>
                </a:solidFill>
                <a:latin typeface="Agency FB" panose="020B0503020202020204" pitchFamily="34" charset="0"/>
              </a:rPr>
              <a:t>*Conditions Apply</a:t>
            </a:r>
            <a:endParaRPr lang="en-US" b="1" dirty="0">
              <a:solidFill>
                <a:schemeClr val="bg2"/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656853" y="503092"/>
            <a:ext cx="150714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  <a:latin typeface="Harlow Solid Italic" panose="04030604020F02020D02" pitchFamily="82" charset="0"/>
              </a:rPr>
              <a:t>G</a:t>
            </a:r>
            <a:r>
              <a:rPr lang="en-US" sz="32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effectLst/>
                <a:latin typeface="Harlow Solid Italic" panose="04030604020F02020D02" pitchFamily="82" charset="0"/>
              </a:rPr>
              <a:t>rade 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  <a:latin typeface="Harlow Solid Italic" panose="04030604020F02020D02" pitchFamily="82" charset="0"/>
              </a:rPr>
              <a:t>6</a:t>
            </a:r>
            <a:endParaRPr lang="en-US" sz="3200" b="1" cap="none" spc="0" dirty="0">
              <a:ln w="22225">
                <a:solidFill>
                  <a:schemeClr val="accent2"/>
                </a:solidFill>
                <a:prstDash val="solid"/>
              </a:ln>
              <a:effectLst/>
              <a:latin typeface="Harlow Solid Italic" panose="04030604020F02020D02" pitchFamily="8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08190" y="1027095"/>
            <a:ext cx="464536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spc="50" dirty="0" smtClean="0">
                <a:ln w="0"/>
                <a:solidFill>
                  <a:srgbClr val="FFFF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New Batch</a:t>
            </a:r>
            <a:endParaRPr lang="en-US" sz="2400" b="1" cap="none" spc="50" dirty="0">
              <a:ln w="0"/>
              <a:solidFill>
                <a:srgbClr val="FFFF99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 Black" panose="020B0A040201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8248" y="1582518"/>
            <a:ext cx="5521927" cy="238363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chemeClr val="bg1"/>
                </a:solidFill>
              </a:rPr>
              <a:t>Do you want to be selected for the English medium?</a:t>
            </a:r>
            <a:endParaRPr lang="ta-IN" sz="1200" b="1" dirty="0" smtClean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ta-IN" sz="1200" b="1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chemeClr val="bg1"/>
                </a:solidFill>
              </a:rPr>
              <a:t>Are willing to improve your language skills?</a:t>
            </a:r>
            <a:endParaRPr lang="ta-IN" sz="1200" b="1" dirty="0" smtClean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ta-IN" sz="1200" b="1" dirty="0" smtClean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 smtClean="0">
                <a:solidFill>
                  <a:schemeClr val="bg1"/>
                </a:solidFill>
              </a:rPr>
              <a:t>Less marks in English?</a:t>
            </a:r>
            <a:endParaRPr lang="ta-IN" sz="1200" b="1" dirty="0" smtClean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ta-IN" sz="1200" dirty="0"/>
          </a:p>
          <a:p>
            <a:r>
              <a:rPr lang="ta-IN" sz="1200" dirty="0" smtClean="0"/>
              <a:t>   </a:t>
            </a:r>
            <a:r>
              <a:rPr lang="ta-IN" sz="1200" b="1" dirty="0" smtClean="0">
                <a:solidFill>
                  <a:srgbClr val="C00000"/>
                </a:solidFill>
              </a:rPr>
              <a:t>இது போன்ற மேலும் பல விடயங்களில் உதவி வழங்கபடுவதோடு</a:t>
            </a:r>
            <a:r>
              <a:rPr lang="en-US" sz="1200" b="1" dirty="0" smtClean="0">
                <a:solidFill>
                  <a:srgbClr val="C00000"/>
                </a:solidFill>
              </a:rPr>
              <a:t>,</a:t>
            </a:r>
            <a:r>
              <a:rPr lang="ta-IN" sz="1200" b="1" dirty="0" smtClean="0">
                <a:solidFill>
                  <a:srgbClr val="C00000"/>
                </a:solidFill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ta-IN" sz="1200" b="1" dirty="0">
              <a:solidFill>
                <a:srgbClr val="C00000"/>
              </a:solidFill>
            </a:endParaRPr>
          </a:p>
          <a:p>
            <a:r>
              <a:rPr lang="ta-IN" sz="1200" b="1" dirty="0" smtClean="0">
                <a:solidFill>
                  <a:srgbClr val="C00000"/>
                </a:solidFill>
              </a:rPr>
              <a:t>தரம் </a:t>
            </a:r>
            <a:r>
              <a:rPr lang="en-US" sz="1400" b="1" dirty="0">
                <a:solidFill>
                  <a:srgbClr val="C00000"/>
                </a:solidFill>
              </a:rPr>
              <a:t>6</a:t>
            </a:r>
            <a:r>
              <a:rPr lang="ta-IN" sz="1200" b="1" dirty="0" smtClean="0">
                <a:solidFill>
                  <a:srgbClr val="C00000"/>
                </a:solidFill>
              </a:rPr>
              <a:t> ற்கான முழுமையான இலக்கணமும் கற்பிக்கப்படும்.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710" y="4140807"/>
            <a:ext cx="58190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All theory.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Past papers &amp; model papers discussion.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Tips to score marks in writing.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Explanation in English and Tamil for better understanding.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Individual helps.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Different activities to improve language.</a:t>
            </a:r>
          </a:p>
          <a:p>
            <a:pPr>
              <a:lnSpc>
                <a:spcPct val="150000"/>
              </a:lnSpc>
            </a:pPr>
            <a:endParaRPr lang="en-US" sz="16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2774" y="6649186"/>
            <a:ext cx="3442926" cy="338554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100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Hemmathagama</a:t>
            </a:r>
            <a:r>
              <a:rPr lang="en-US" sz="1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, </a:t>
            </a:r>
            <a:r>
              <a:rPr lang="en-US" sz="16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Palliporuwa</a:t>
            </a:r>
            <a:r>
              <a:rPr lang="en-US" sz="1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…. </a:t>
            </a:r>
            <a:endParaRPr lang="en-US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299" y="7150342"/>
            <a:ext cx="473871" cy="4738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81857" y="7187723"/>
            <a:ext cx="1699873" cy="399111"/>
          </a:xfrm>
          <a:prstGeom prst="rect">
            <a:avLst/>
          </a:prstGeom>
          <a:solidFill>
            <a:srgbClr val="FF0000"/>
          </a:solidFill>
          <a:effectLst>
            <a:glow rad="228600">
              <a:schemeClr val="accent3">
                <a:satMod val="175000"/>
                <a:alpha val="40000"/>
              </a:schemeClr>
            </a:glow>
            <a:softEdge rad="127000"/>
          </a:effectLst>
          <a:scene3d>
            <a:camera prst="perspectiveFron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FF00"/>
                </a:solidFill>
              </a:rPr>
              <a:t>071 0344549</a:t>
            </a:r>
            <a:endParaRPr lang="en-US" sz="2000" b="1" dirty="0">
              <a:solidFill>
                <a:srgbClr val="FFFF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587" y="2333453"/>
            <a:ext cx="1093175" cy="10872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023" y="3833831"/>
            <a:ext cx="1059184" cy="11347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059" y="5479635"/>
            <a:ext cx="1079997" cy="12478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723" y="7061264"/>
            <a:ext cx="1151835" cy="13685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10" y="7081455"/>
            <a:ext cx="906322" cy="9020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/>
          <p:cNvSpPr txBox="1"/>
          <p:nvPr/>
        </p:nvSpPr>
        <p:spPr>
          <a:xfrm>
            <a:off x="168174" y="3822936"/>
            <a:ext cx="6548588" cy="408623"/>
          </a:xfrm>
          <a:prstGeom prst="roundRect">
            <a:avLst/>
          </a:prstGeom>
          <a:solidFill>
            <a:srgbClr val="002060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b="1" dirty="0" smtClean="0"/>
              <a:t>Preparation for the grade 6 English medium selection Test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8078" y="933337"/>
            <a:ext cx="1050112" cy="340519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Soon…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87" y="909006"/>
            <a:ext cx="116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Let’s get started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67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240</TotalTime>
  <Words>116</Words>
  <Application>Microsoft Office PowerPoint</Application>
  <PresentationFormat>On-screen Show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Agency FB</vt:lpstr>
      <vt:lpstr>Arial Black</vt:lpstr>
      <vt:lpstr>Bahnschrift</vt:lpstr>
      <vt:lpstr>Bahnschrift Condensed</vt:lpstr>
      <vt:lpstr>Century Gothic</vt:lpstr>
      <vt:lpstr>Harlow Solid Italic</vt:lpstr>
      <vt:lpstr>Latha</vt:lpstr>
      <vt:lpstr>Wingdings</vt:lpstr>
      <vt:lpstr>Wingdings 3</vt:lpstr>
      <vt:lpstr>Slice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Kalaiselvan</dc:creator>
  <cp:lastModifiedBy>Kalaiselvan</cp:lastModifiedBy>
  <cp:revision>37</cp:revision>
  <dcterms:created xsi:type="dcterms:W3CDTF">2023-02-13T16:51:16Z</dcterms:created>
  <dcterms:modified xsi:type="dcterms:W3CDTF">2023-10-30T09:10:11Z</dcterms:modified>
</cp:coreProperties>
</file>